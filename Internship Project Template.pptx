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301" r:id="rId3"/>
    <p:sldId id="268" r:id="rId4"/>
    <p:sldId id="302" r:id="rId5"/>
    <p:sldId id="304" r:id="rId6"/>
    <p:sldId id="307" r:id="rId7"/>
    <p:sldId id="317" r:id="rId8"/>
    <p:sldId id="32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8F"/>
    <a:srgbClr val="B4C7E7"/>
    <a:srgbClr val="D00000"/>
    <a:srgbClr val="003987"/>
    <a:srgbClr val="262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19891-4749-4DF2-B5F5-5A49EBD0D52F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AF027-72C9-41DD-A823-971CECA22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67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06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338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31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94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57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1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2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86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31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28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34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7553A-6975-4534-96B8-CBD2158038D1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CBFD6-1D6A-4286-9DE9-3F96D5BCC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52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5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850" y="1847850"/>
            <a:ext cx="3162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6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361316" y="2609418"/>
            <a:ext cx="9583775" cy="183788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IN" sz="48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Main Title Comes Here</a:t>
            </a:r>
            <a:endParaRPr lang="en-US" sz="4800" b="1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2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283999"/>
            <a:ext cx="10510266" cy="4867419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 Nam cursus.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Morbi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mi.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Nullam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 smtClean="0">
                <a:latin typeface="Poppins" panose="00000500000000000000" pitchFamily="2" charset="0"/>
                <a:cs typeface="Poppins" panose="00000500000000000000" pitchFamily="2" charset="0"/>
              </a:rPr>
              <a:t>leo</a:t>
            </a: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Lorem 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 smtClean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6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283999"/>
            <a:ext cx="10510266" cy="4867419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965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283999"/>
            <a:ext cx="10510266" cy="1265237"/>
          </a:xfrm>
          <a:solidFill>
            <a:schemeClr val="bg1"/>
          </a:solidFill>
        </p:spPr>
        <p:txBody>
          <a:bodyPr lIns="274320" tIns="274320" rIns="274320" bIns="274320">
            <a:norm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 smtClean="0">
                <a:latin typeface="Poppins" panose="00000500000000000000" pitchFamily="2" charset="0"/>
                <a:cs typeface="Poppins" panose="00000500000000000000" pitchFamily="2" charset="0"/>
              </a:rPr>
              <a:t>Content comes here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Content comes here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3. 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37860" y="3025052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4. 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58986" y="3971770"/>
            <a:ext cx="10510266" cy="1819424"/>
          </a:xfrm>
          <a:prstGeom prst="rect">
            <a:avLst/>
          </a:prstGeom>
          <a:solidFill>
            <a:schemeClr val="bg1"/>
          </a:solidFill>
        </p:spPr>
        <p:txBody>
          <a:bodyPr vert="horz" lIns="274320" tIns="274320" rIns="274320" bIns="2743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Content comes here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Content comes here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800" dirty="0">
                <a:latin typeface="Poppins" panose="00000500000000000000" pitchFamily="2" charset="0"/>
                <a:cs typeface="Poppins" panose="00000500000000000000" pitchFamily="2" charset="0"/>
              </a:rPr>
              <a:t>Content comes here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90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205345"/>
            <a:ext cx="10510266" cy="1440874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Sub title </a:t>
            </a:r>
            <a:r>
              <a:rPr lang="en-IN" sz="1800" b="1" dirty="0" smtClean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en-US" sz="1800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5. 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58986" y="2923311"/>
            <a:ext cx="10510266" cy="1787233"/>
          </a:xfrm>
          <a:prstGeom prst="rect">
            <a:avLst/>
          </a:prstGeom>
          <a:solidFill>
            <a:schemeClr val="bg1"/>
          </a:solidFill>
        </p:spPr>
        <p:txBody>
          <a:bodyPr vert="horz" lIns="274320" tIns="274320" rIns="274320" bIns="2743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sz="1800" b="1" dirty="0" smtClean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 :</a:t>
            </a:r>
            <a:endParaRPr lang="en-US" sz="1800" dirty="0" smtClean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N" sz="1800" dirty="0" err="1"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N" sz="18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28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36" y="1118308"/>
            <a:ext cx="10510266" cy="4963837"/>
          </a:xfrm>
          <a:solidFill>
            <a:schemeClr val="bg1"/>
          </a:solidFill>
        </p:spPr>
        <p:txBody>
          <a:bodyPr lIns="274320" tIns="274320" rIns="274320" bIns="274320"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IN" sz="1800" b="1" dirty="0" smtClean="0">
                <a:latin typeface="Poppins" panose="00000500000000000000" pitchFamily="2" charset="0"/>
                <a:cs typeface="Poppins" panose="00000500000000000000" pitchFamily="2" charset="0"/>
              </a:rPr>
              <a:t>Screenshots :</a:t>
            </a:r>
            <a:endParaRPr lang="en-US" sz="1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706" y="157162"/>
            <a:ext cx="781050" cy="78105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6. Title comes here</a:t>
            </a:r>
            <a:endParaRPr lang="en-US" sz="3200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49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361316" y="3172127"/>
            <a:ext cx="9583775" cy="183788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IN" sz="4800" b="1" dirty="0" smtClean="0">
                <a:solidFill>
                  <a:srgbClr val="00458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endParaRPr lang="en-US" sz="4800" b="1" dirty="0">
              <a:solidFill>
                <a:srgbClr val="00458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41" y="1355479"/>
            <a:ext cx="1921119" cy="192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165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Poppins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AEKBALA</dc:creator>
  <cp:lastModifiedBy>Pytech01</cp:lastModifiedBy>
  <cp:revision>368</cp:revision>
  <dcterms:created xsi:type="dcterms:W3CDTF">2024-06-25T12:19:04Z</dcterms:created>
  <dcterms:modified xsi:type="dcterms:W3CDTF">2024-12-18T12:01:52Z</dcterms:modified>
</cp:coreProperties>
</file>