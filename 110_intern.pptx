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embeddedFontLst>
    <p:embeddedFont>
      <p:font typeface="Poppi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hgP51Wg0wvNwQMQm81wHXA8n2G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6ce23f527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a6ce23f527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6ce23f527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a6ce23f527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6ce23f527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a6ce23f527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6ce23f527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a6ce23f527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02c0b767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b02c0b767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02c0b767f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b02c0b767f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6ce23f527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a6ce23f527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6ce23f527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a6ce23f527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6ce23f527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a6ce23f527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03066190e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b03066190e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458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4850" y="1847850"/>
            <a:ext cx="3162300" cy="316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C7E7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0706" y="157162"/>
            <a:ext cx="78105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 txBox="1"/>
          <p:nvPr/>
        </p:nvSpPr>
        <p:spPr>
          <a:xfrm>
            <a:off x="974325" y="759750"/>
            <a:ext cx="9801300" cy="44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48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SMART LOAN PORTAL WITH </a:t>
            </a:r>
            <a:endParaRPr b="1" sz="4800">
              <a:solidFill>
                <a:srgbClr val="00458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48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AI MODEL</a:t>
            </a:r>
            <a:endParaRPr b="1" sz="4800">
              <a:solidFill>
                <a:srgbClr val="00458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48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FOR ELIGIBILITY ANALYSIS</a:t>
            </a:r>
            <a:endParaRPr b="1" sz="4800">
              <a:solidFill>
                <a:srgbClr val="00458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7281375" y="4819450"/>
            <a:ext cx="47991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00458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By</a:t>
            </a:r>
            <a:endParaRPr b="1" sz="3200">
              <a:solidFill>
                <a:srgbClr val="00458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Poorna Rathi 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C7E7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845136" y="1283999"/>
            <a:ext cx="10510266" cy="48674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274300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Poppins"/>
              <a:buChar char="•"/>
            </a:pP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This project is a complete loan application website.</a:t>
            </a: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oppins"/>
              <a:buChar char="•"/>
            </a:pP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Users can apply for a loan online.</a:t>
            </a: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oppins"/>
              <a:buChar char="•"/>
            </a:pP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The system uses an AI model to check if the loan will be </a:t>
            </a: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2100">
                <a:latin typeface="Poppins"/>
                <a:ea typeface="Poppins"/>
                <a:cs typeface="Poppins"/>
                <a:sym typeface="Poppins"/>
              </a:rPr>
              <a:t>-  </a:t>
            </a:r>
            <a:r>
              <a:rPr b="1" lang="en-IN" sz="2100">
                <a:latin typeface="Poppins"/>
                <a:ea typeface="Poppins"/>
                <a:cs typeface="Poppins"/>
                <a:sym typeface="Poppins"/>
              </a:rPr>
              <a:t>Approved  or  </a:t>
            </a:r>
            <a:r>
              <a:rPr b="1" lang="en-IN" sz="2100">
                <a:latin typeface="Poppins"/>
                <a:ea typeface="Poppins"/>
                <a:cs typeface="Poppins"/>
                <a:sym typeface="Poppins"/>
              </a:rPr>
              <a:t>Rejected</a:t>
            </a: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Poppins"/>
              <a:buChar char="•"/>
            </a:pP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Everything happens automatically with no manual checking.</a:t>
            </a:r>
            <a:br>
              <a:rPr lang="en-IN" sz="2100">
                <a:latin typeface="Poppins"/>
                <a:ea typeface="Poppins"/>
                <a:cs typeface="Poppins"/>
                <a:sym typeface="Poppins"/>
              </a:rPr>
            </a:b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0706" y="157162"/>
            <a:ext cx="78105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 txBox="1"/>
          <p:nvPr/>
        </p:nvSpPr>
        <p:spPr>
          <a:xfrm>
            <a:off x="737861" y="337277"/>
            <a:ext cx="8710942" cy="738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8F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1. </a:t>
            </a: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What This Project Is</a:t>
            </a:r>
            <a:endParaRPr b="0" i="0" sz="3200" u="none" cap="none" strike="noStrike">
              <a:solidFill>
                <a:srgbClr val="00458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C7E7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idx="1" type="body"/>
          </p:nvPr>
        </p:nvSpPr>
        <p:spPr>
          <a:xfrm>
            <a:off x="845136" y="1283999"/>
            <a:ext cx="10510266" cy="48674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I created the full system including:</a:t>
            </a: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User login &amp; registration</a:t>
            </a: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A loan prediction form</a:t>
            </a: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A history page showing past results</a:t>
            </a: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An dashboard with details</a:t>
            </a: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A machine learning model connected to Django</a:t>
            </a: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Clean and simple frontend design</a:t>
            </a: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0706" y="157162"/>
            <a:ext cx="78105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 txBox="1"/>
          <p:nvPr/>
        </p:nvSpPr>
        <p:spPr>
          <a:xfrm>
            <a:off x="737861" y="337277"/>
            <a:ext cx="8710942" cy="738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8F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2. </a:t>
            </a: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What I Built</a:t>
            </a:r>
            <a:endParaRPr b="0" i="0" sz="3200" u="none" cap="none" strike="noStrike">
              <a:solidFill>
                <a:srgbClr val="00458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C7E7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idx="1" type="body"/>
          </p:nvPr>
        </p:nvSpPr>
        <p:spPr>
          <a:xfrm>
            <a:off x="845125" y="1284000"/>
            <a:ext cx="10510200" cy="482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274300">
            <a:normAutofit lnSpcReduction="10000"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I used a loan dataset with many past records.</a:t>
            </a:r>
            <a:br>
              <a:rPr lang="en-IN" sz="2100">
                <a:latin typeface="Poppins"/>
                <a:ea typeface="Poppins"/>
                <a:cs typeface="Poppins"/>
                <a:sym typeface="Poppins"/>
              </a:rPr>
            </a:b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I cleaned the data and removed missing values.</a:t>
            </a:r>
            <a:br>
              <a:rPr lang="en-IN" sz="2100">
                <a:latin typeface="Poppins"/>
                <a:ea typeface="Poppins"/>
                <a:cs typeface="Poppins"/>
                <a:sym typeface="Poppins"/>
              </a:rPr>
            </a:b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I trained the model to learn patterns of people who get loans.</a:t>
            </a:r>
            <a:br>
              <a:rPr lang="en-IN" sz="2100">
                <a:latin typeface="Poppins"/>
                <a:ea typeface="Poppins"/>
                <a:cs typeface="Poppins"/>
                <a:sym typeface="Poppins"/>
              </a:rPr>
            </a:b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The model becomes smart and predicts with high accuracy.</a:t>
            </a:r>
            <a:br>
              <a:rPr lang="en-IN" sz="2100">
                <a:latin typeface="Poppins"/>
                <a:ea typeface="Poppins"/>
                <a:cs typeface="Poppins"/>
                <a:sym typeface="Poppins"/>
              </a:rPr>
            </a:b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I saved the model and connected it with Django.</a:t>
            </a:r>
            <a:br>
              <a:rPr lang="en-IN" sz="2100">
                <a:latin typeface="Poppins"/>
                <a:ea typeface="Poppins"/>
                <a:cs typeface="Poppins"/>
                <a:sym typeface="Poppins"/>
              </a:rPr>
            </a:b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5" name="Google Shape;11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0706" y="157162"/>
            <a:ext cx="78105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/>
        </p:nvSpPr>
        <p:spPr>
          <a:xfrm>
            <a:off x="737861" y="337277"/>
            <a:ext cx="8710942" cy="738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8F"/>
              </a:buClr>
              <a:buSzPts val="3200"/>
              <a:buFont typeface="Arial"/>
              <a:buNone/>
            </a:pPr>
            <a:r>
              <a:rPr b="1" i="0" lang="en-IN" sz="3200" u="none" cap="none" strike="noStrike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3. </a:t>
            </a: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The Machine Learning Model</a:t>
            </a:r>
            <a:endParaRPr b="0" i="0" sz="3200" u="none" cap="none" strike="noStrike">
              <a:solidFill>
                <a:srgbClr val="00458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737860" y="3025052"/>
            <a:ext cx="8710942" cy="738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8F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458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C7E7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idx="1" type="body"/>
          </p:nvPr>
        </p:nvSpPr>
        <p:spPr>
          <a:xfrm>
            <a:off x="845125" y="1205361"/>
            <a:ext cx="10510200" cy="465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b="1" lang="en-IN" sz="2100">
                <a:latin typeface="Poppins"/>
                <a:ea typeface="Poppins"/>
                <a:cs typeface="Poppins"/>
                <a:sym typeface="Poppins"/>
              </a:rPr>
              <a:t>Frontend:</a:t>
            </a: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 HTML, CSS</a:t>
            </a: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b="1" lang="en-IN" sz="2100">
                <a:latin typeface="Poppins"/>
                <a:ea typeface="Poppins"/>
                <a:cs typeface="Poppins"/>
                <a:sym typeface="Poppins"/>
              </a:rPr>
              <a:t>Backend:</a:t>
            </a: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 Django (Python)</a:t>
            </a: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b="1" lang="en-IN" sz="2100">
                <a:latin typeface="Poppins"/>
                <a:ea typeface="Poppins"/>
                <a:cs typeface="Poppins"/>
                <a:sym typeface="Poppins"/>
              </a:rPr>
              <a:t>Database:</a:t>
            </a: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 MySQL</a:t>
            </a: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b="1" lang="en-IN" sz="2100">
                <a:latin typeface="Poppins"/>
                <a:ea typeface="Poppins"/>
                <a:cs typeface="Poppins"/>
                <a:sym typeface="Poppins"/>
              </a:rPr>
              <a:t>ML Libraries:</a:t>
            </a: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 pandas, numpy, scikit-learn</a:t>
            </a: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b="1" lang="en-IN" sz="2100">
                <a:latin typeface="Poppins"/>
                <a:ea typeface="Poppins"/>
                <a:cs typeface="Poppins"/>
                <a:sym typeface="Poppins"/>
              </a:rPr>
              <a:t>Tools Used:</a:t>
            </a: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 VS Code</a:t>
            </a:r>
            <a:endParaRPr sz="2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3" name="Google Shape;1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0706" y="157162"/>
            <a:ext cx="78105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 txBox="1"/>
          <p:nvPr/>
        </p:nvSpPr>
        <p:spPr>
          <a:xfrm>
            <a:off x="737861" y="337277"/>
            <a:ext cx="8710942" cy="738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8F"/>
              </a:buClr>
              <a:buSzPts val="3200"/>
              <a:buFont typeface="Arial"/>
              <a:buNone/>
            </a:pP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b="1" i="0" lang="en-IN" sz="3200" u="none" cap="none" strike="noStrike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Technologies I Used</a:t>
            </a:r>
            <a:endParaRPr b="0" i="0" sz="3200" u="none" cap="none" strike="noStrike">
              <a:solidFill>
                <a:srgbClr val="00458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C7E7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>
            <p:ph idx="1" type="body"/>
          </p:nvPr>
        </p:nvSpPr>
        <p:spPr>
          <a:xfrm>
            <a:off x="845136" y="1118308"/>
            <a:ext cx="10510266" cy="496383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100">
                <a:latin typeface="Poppins"/>
                <a:ea typeface="Poppins"/>
                <a:cs typeface="Poppins"/>
                <a:sym typeface="Poppins"/>
              </a:rPr>
              <a:t>Approved when:</a:t>
            </a:r>
            <a:endParaRPr b="1" sz="2100"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Poppins"/>
              <a:buChar char="●"/>
            </a:pP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High income</a:t>
            </a: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oppins"/>
              <a:buChar char="●"/>
            </a:pP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Good credit history</a:t>
            </a: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oppins"/>
              <a:buChar char="●"/>
            </a:pP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Low or reasonable loan amount</a:t>
            </a: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oppins"/>
              <a:buChar char="●"/>
            </a:pP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Stable job / graduate</a:t>
            </a: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100">
                <a:latin typeface="Poppins"/>
                <a:ea typeface="Poppins"/>
                <a:cs typeface="Poppins"/>
                <a:sym typeface="Poppins"/>
              </a:rPr>
              <a:t>Rejected when:</a:t>
            </a:r>
            <a:endParaRPr b="1" sz="2100"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Poppins"/>
              <a:buChar char="●"/>
            </a:pP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Low income</a:t>
            </a: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oppins"/>
              <a:buChar char="●"/>
            </a:pP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Weak credit history</a:t>
            </a: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oppins"/>
              <a:buChar char="●"/>
            </a:pP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Very high loan amount</a:t>
            </a: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Poppins"/>
              <a:buChar char="●"/>
            </a:pPr>
            <a:r>
              <a:rPr lang="en-IN" sz="2100">
                <a:latin typeface="Poppins"/>
                <a:ea typeface="Poppins"/>
                <a:cs typeface="Poppins"/>
                <a:sym typeface="Poppins"/>
              </a:rPr>
              <a:t>Unstable profile</a:t>
            </a:r>
            <a:endParaRPr sz="2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0" name="Google Shape;1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0706" y="157162"/>
            <a:ext cx="78105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 txBox="1"/>
          <p:nvPr/>
        </p:nvSpPr>
        <p:spPr>
          <a:xfrm>
            <a:off x="737861" y="337277"/>
            <a:ext cx="8710942" cy="738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8F"/>
              </a:buClr>
              <a:buSzPts val="3200"/>
              <a:buFont typeface="Arial"/>
              <a:buNone/>
            </a:pP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r>
              <a:rPr b="1" i="0" lang="en-IN" sz="3200" u="none" cap="none" strike="noStrike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Output</a:t>
            </a:r>
            <a:endParaRPr b="0" i="0" sz="3200" u="none" cap="none" strike="noStrike">
              <a:solidFill>
                <a:srgbClr val="00458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C7E7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6ce23f527_0_25"/>
          <p:cNvSpPr txBox="1"/>
          <p:nvPr>
            <p:ph idx="1" type="body"/>
          </p:nvPr>
        </p:nvSpPr>
        <p:spPr>
          <a:xfrm>
            <a:off x="539350" y="938200"/>
            <a:ext cx="11077200" cy="566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7" name="Google Shape;137;g3a6ce23f527_0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0706" y="157162"/>
            <a:ext cx="78105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a6ce23f527_0_25"/>
          <p:cNvSpPr txBox="1"/>
          <p:nvPr/>
        </p:nvSpPr>
        <p:spPr>
          <a:xfrm>
            <a:off x="737861" y="337277"/>
            <a:ext cx="871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8F"/>
              </a:buClr>
              <a:buSzPts val="3200"/>
              <a:buFont typeface="Arial"/>
              <a:buNone/>
            </a:pP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b="1" i="0" lang="en-IN" sz="3200" u="none" cap="none" strike="noStrike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Output Screenshot - login , register</a:t>
            </a:r>
            <a:endParaRPr b="0" i="0" sz="3200" u="none" cap="none" strike="noStrike">
              <a:solidFill>
                <a:srgbClr val="00458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9" name="Google Shape;139;g3a6ce23f527_0_25" title="Screenshot 2025-12-12 22144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850" y="1076175"/>
            <a:ext cx="5321499" cy="544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a6ce23f527_0_25" title="Screenshot 2025-12-12 22151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3925" y="1076175"/>
            <a:ext cx="4871675" cy="5446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C7E7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6ce23f527_0_31"/>
          <p:cNvSpPr txBox="1"/>
          <p:nvPr>
            <p:ph idx="1" type="body"/>
          </p:nvPr>
        </p:nvSpPr>
        <p:spPr>
          <a:xfrm>
            <a:off x="220375" y="1118300"/>
            <a:ext cx="11791500" cy="5571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6" name="Google Shape;146;g3a6ce23f527_0_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0706" y="157162"/>
            <a:ext cx="78105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a6ce23f527_0_31"/>
          <p:cNvSpPr txBox="1"/>
          <p:nvPr/>
        </p:nvSpPr>
        <p:spPr>
          <a:xfrm>
            <a:off x="737861" y="337277"/>
            <a:ext cx="871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8F"/>
              </a:buClr>
              <a:buSzPts val="3200"/>
              <a:buFont typeface="Arial"/>
              <a:buNone/>
            </a:pP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b="1" i="0" lang="en-IN" sz="3200" u="none" cap="none" strike="noStrike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Output Screenshot</a:t>
            </a:r>
            <a:endParaRPr b="0" i="0" sz="3200" u="none" cap="none" strike="noStrike">
              <a:solidFill>
                <a:srgbClr val="00458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8" name="Google Shape;148;g3a6ce23f527_0_31" title="Screenshot 2025-12-12 22153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0113" y="1281788"/>
            <a:ext cx="10051776" cy="524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C7E7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6ce23f527_0_37"/>
          <p:cNvSpPr txBox="1"/>
          <p:nvPr>
            <p:ph idx="1" type="body"/>
          </p:nvPr>
        </p:nvSpPr>
        <p:spPr>
          <a:xfrm>
            <a:off x="205875" y="1118300"/>
            <a:ext cx="11805900" cy="562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4" name="Google Shape;154;g3a6ce23f527_0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0706" y="157162"/>
            <a:ext cx="78105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a6ce23f527_0_37"/>
          <p:cNvSpPr txBox="1"/>
          <p:nvPr/>
        </p:nvSpPr>
        <p:spPr>
          <a:xfrm>
            <a:off x="737861" y="337277"/>
            <a:ext cx="871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8F"/>
              </a:buClr>
              <a:buSzPts val="3200"/>
              <a:buFont typeface="Arial"/>
              <a:buNone/>
            </a:pP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b="1" i="0" lang="en-IN" sz="3200" u="none" cap="none" strike="noStrike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Output Screenshot</a:t>
            </a:r>
            <a:endParaRPr b="0" i="0" sz="3200" u="none" cap="none" strike="noStrike">
              <a:solidFill>
                <a:srgbClr val="00458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6" name="Google Shape;156;g3a6ce23f527_0_37" title="Screenshot 2025-12-12 22161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338" y="1280350"/>
            <a:ext cx="11574976" cy="511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C7E7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6ce23f527_0_43"/>
          <p:cNvSpPr txBox="1"/>
          <p:nvPr>
            <p:ph idx="1" type="body"/>
          </p:nvPr>
        </p:nvSpPr>
        <p:spPr>
          <a:xfrm>
            <a:off x="133400" y="1118300"/>
            <a:ext cx="11878200" cy="560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2" name="Google Shape;162;g3a6ce23f527_0_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0706" y="157162"/>
            <a:ext cx="78105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3a6ce23f527_0_43"/>
          <p:cNvSpPr txBox="1"/>
          <p:nvPr/>
        </p:nvSpPr>
        <p:spPr>
          <a:xfrm>
            <a:off x="737861" y="337277"/>
            <a:ext cx="871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8F"/>
              </a:buClr>
              <a:buSzPts val="3200"/>
              <a:buFont typeface="Arial"/>
              <a:buNone/>
            </a:pP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b="1" i="0" lang="en-IN" sz="3200" u="none" cap="none" strike="noStrike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Output Screenshot</a:t>
            </a:r>
            <a:endParaRPr b="0" i="0" sz="3200" u="none" cap="none" strike="noStrike">
              <a:solidFill>
                <a:srgbClr val="00458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4" name="Google Shape;164;g3a6ce23f527_0_43" title="Screenshot 2025-12-12 22380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9175" y="1290863"/>
            <a:ext cx="11613651" cy="525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C7E7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02c0b767f_0_0"/>
          <p:cNvSpPr txBox="1"/>
          <p:nvPr>
            <p:ph idx="1" type="body"/>
          </p:nvPr>
        </p:nvSpPr>
        <p:spPr>
          <a:xfrm>
            <a:off x="133400" y="1118300"/>
            <a:ext cx="11878200" cy="560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0" name="Google Shape;170;g3b02c0b767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0706" y="157162"/>
            <a:ext cx="78105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b02c0b767f_0_0"/>
          <p:cNvSpPr txBox="1"/>
          <p:nvPr/>
        </p:nvSpPr>
        <p:spPr>
          <a:xfrm>
            <a:off x="737861" y="337277"/>
            <a:ext cx="871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8F"/>
              </a:buClr>
              <a:buSzPts val="3200"/>
              <a:buFont typeface="Arial"/>
              <a:buNone/>
            </a:pP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b="1" i="0" lang="en-IN" sz="3200" u="none" cap="none" strike="noStrike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Output Screenshot</a:t>
            </a:r>
            <a:endParaRPr b="0" i="0" sz="3200" u="none" cap="none" strike="noStrike">
              <a:solidFill>
                <a:srgbClr val="00458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2" name="Google Shape;172;g3b02c0b767f_0_0" title="Screenshot 2025-12-13 0715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400" y="1430137"/>
            <a:ext cx="11254199" cy="5092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C7E7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02c0b767f_0_11"/>
          <p:cNvSpPr txBox="1"/>
          <p:nvPr>
            <p:ph idx="1" type="body"/>
          </p:nvPr>
        </p:nvSpPr>
        <p:spPr>
          <a:xfrm>
            <a:off x="133400" y="1118300"/>
            <a:ext cx="11878200" cy="560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8" name="Google Shape;178;g3b02c0b767f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0706" y="157162"/>
            <a:ext cx="78105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b02c0b767f_0_11"/>
          <p:cNvSpPr txBox="1"/>
          <p:nvPr/>
        </p:nvSpPr>
        <p:spPr>
          <a:xfrm>
            <a:off x="737861" y="337277"/>
            <a:ext cx="871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8F"/>
              </a:buClr>
              <a:buSzPts val="3200"/>
              <a:buFont typeface="Arial"/>
              <a:buNone/>
            </a:pP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b="1" i="0" lang="en-IN" sz="3200" u="none" cap="none" strike="noStrike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Output Screenshot</a:t>
            </a:r>
            <a:endParaRPr b="0" i="0" sz="3200" u="none" cap="none" strike="noStrike">
              <a:solidFill>
                <a:srgbClr val="00458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0" name="Google Shape;180;g3b02c0b767f_0_11" title="Screenshot 2025-12-13 07383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06975" y="2090401"/>
            <a:ext cx="3844900" cy="31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b02c0b767f_0_11" title="Screenshot 2025-12-13 07381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22575" y="2092663"/>
            <a:ext cx="3505200" cy="313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b02c0b767f_0_11" title="Screenshot 2025-12-13 07421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4300" y="2083138"/>
            <a:ext cx="3390900" cy="315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C7E7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6ce23f527_0_60"/>
          <p:cNvSpPr txBox="1"/>
          <p:nvPr>
            <p:ph idx="1" type="body"/>
          </p:nvPr>
        </p:nvSpPr>
        <p:spPr>
          <a:xfrm>
            <a:off x="133400" y="1118300"/>
            <a:ext cx="11878200" cy="560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8" name="Google Shape;188;g3a6ce23f527_0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0706" y="157162"/>
            <a:ext cx="78105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g3a6ce23f527_0_60"/>
          <p:cNvSpPr txBox="1"/>
          <p:nvPr/>
        </p:nvSpPr>
        <p:spPr>
          <a:xfrm>
            <a:off x="737861" y="337277"/>
            <a:ext cx="871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8F"/>
              </a:buClr>
              <a:buSzPts val="3200"/>
              <a:buFont typeface="Arial"/>
              <a:buNone/>
            </a:pP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b="1" i="0" lang="en-IN" sz="3200" u="none" cap="none" strike="noStrike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Output Screenshot</a:t>
            </a:r>
            <a:endParaRPr b="0" i="0" sz="3200" u="none" cap="none" strike="noStrike">
              <a:solidFill>
                <a:srgbClr val="00458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0" name="Google Shape;190;g3a6ce23f527_0_60" title="Screenshot 2025-12-12 22384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40125" y="1260175"/>
            <a:ext cx="9074326" cy="5316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C7E7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6ce23f527_0_54"/>
          <p:cNvSpPr txBox="1"/>
          <p:nvPr>
            <p:ph idx="1" type="body"/>
          </p:nvPr>
        </p:nvSpPr>
        <p:spPr>
          <a:xfrm>
            <a:off x="133400" y="1118300"/>
            <a:ext cx="11878200" cy="560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6" name="Google Shape;196;g3a6ce23f527_0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0706" y="157162"/>
            <a:ext cx="78105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g3a6ce23f527_0_54"/>
          <p:cNvSpPr txBox="1"/>
          <p:nvPr/>
        </p:nvSpPr>
        <p:spPr>
          <a:xfrm>
            <a:off x="737861" y="337277"/>
            <a:ext cx="871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8F"/>
              </a:buClr>
              <a:buSzPts val="3200"/>
              <a:buFont typeface="Arial"/>
              <a:buNone/>
            </a:pP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b="1" i="0" lang="en-IN" sz="3200" u="none" cap="none" strike="noStrike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Output Screenshot</a:t>
            </a:r>
            <a:endParaRPr b="0" i="0" sz="3200" u="none" cap="none" strike="noStrike">
              <a:solidFill>
                <a:srgbClr val="00458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8" name="Google Shape;198;g3a6ce23f527_0_54" title="Screenshot 2025-12-13 073455.png"/>
          <p:cNvPicPr preferRelativeResize="0"/>
          <p:nvPr/>
        </p:nvPicPr>
        <p:blipFill rotWithShape="1">
          <a:blip r:embed="rId4">
            <a:alphaModFix/>
          </a:blip>
          <a:srcRect b="0" l="0" r="0" t="19087"/>
          <a:stretch/>
        </p:blipFill>
        <p:spPr>
          <a:xfrm>
            <a:off x="133400" y="1118300"/>
            <a:ext cx="7858426" cy="5600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a6ce23f527_0_54" title="Screenshot 2025-12-13 093130.png"/>
          <p:cNvPicPr preferRelativeResize="0"/>
          <p:nvPr/>
        </p:nvPicPr>
        <p:blipFill rotWithShape="1">
          <a:blip r:embed="rId5">
            <a:alphaModFix/>
          </a:blip>
          <a:srcRect b="0" l="0" r="31600" t="5015"/>
          <a:stretch/>
        </p:blipFill>
        <p:spPr>
          <a:xfrm>
            <a:off x="7991825" y="1118300"/>
            <a:ext cx="4019775" cy="560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C7E7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6ce23f527_0_69"/>
          <p:cNvSpPr txBox="1"/>
          <p:nvPr>
            <p:ph idx="1" type="body"/>
          </p:nvPr>
        </p:nvSpPr>
        <p:spPr>
          <a:xfrm>
            <a:off x="133400" y="1118300"/>
            <a:ext cx="11878200" cy="560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5" name="Google Shape;205;g3a6ce23f527_0_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0706" y="157162"/>
            <a:ext cx="78105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a6ce23f527_0_69"/>
          <p:cNvSpPr txBox="1"/>
          <p:nvPr/>
        </p:nvSpPr>
        <p:spPr>
          <a:xfrm>
            <a:off x="737861" y="337277"/>
            <a:ext cx="871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8F"/>
              </a:buClr>
              <a:buSzPts val="3200"/>
              <a:buFont typeface="Arial"/>
              <a:buNone/>
            </a:pP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b="1" i="0" lang="en-IN" sz="3200" u="none" cap="none" strike="noStrike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Output Screenshot</a:t>
            </a:r>
            <a:endParaRPr b="0" i="0" sz="3200" u="none" cap="none" strike="noStrike">
              <a:solidFill>
                <a:srgbClr val="00458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7" name="Google Shape;207;g3a6ce23f527_0_69" title="Screenshot 2025-12-12 223937.png"/>
          <p:cNvPicPr preferRelativeResize="0"/>
          <p:nvPr/>
        </p:nvPicPr>
        <p:blipFill rotWithShape="1">
          <a:blip r:embed="rId4">
            <a:alphaModFix/>
          </a:blip>
          <a:srcRect b="47398" l="0" r="0" t="0"/>
          <a:stretch/>
        </p:blipFill>
        <p:spPr>
          <a:xfrm>
            <a:off x="133400" y="1725875"/>
            <a:ext cx="5778525" cy="382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a6ce23f527_0_69" title="Screenshot 2025-12-12 223937.png"/>
          <p:cNvPicPr preferRelativeResize="0"/>
          <p:nvPr/>
        </p:nvPicPr>
        <p:blipFill rotWithShape="1">
          <a:blip r:embed="rId4">
            <a:alphaModFix/>
          </a:blip>
          <a:srcRect b="0" l="0" r="0" t="51226"/>
          <a:stretch/>
        </p:blipFill>
        <p:spPr>
          <a:xfrm>
            <a:off x="5911925" y="1756550"/>
            <a:ext cx="6132200" cy="376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C7E7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03066190e_0_2"/>
          <p:cNvSpPr txBox="1"/>
          <p:nvPr>
            <p:ph idx="1" type="body"/>
          </p:nvPr>
        </p:nvSpPr>
        <p:spPr>
          <a:xfrm>
            <a:off x="133400" y="1118300"/>
            <a:ext cx="11878200" cy="560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274300" lIns="274300" spcFirstLastPara="1" rIns="274300" wrap="square" tIns="2743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4" name="Google Shape;214;g3b03066190e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0706" y="157162"/>
            <a:ext cx="78105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b03066190e_0_2"/>
          <p:cNvSpPr txBox="1"/>
          <p:nvPr/>
        </p:nvSpPr>
        <p:spPr>
          <a:xfrm>
            <a:off x="737861" y="337277"/>
            <a:ext cx="871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458F"/>
              </a:buClr>
              <a:buSzPts val="3200"/>
              <a:buFont typeface="Arial"/>
              <a:buNone/>
            </a:pP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b="1" i="0" lang="en-IN" sz="3200" u="none" cap="none" strike="noStrike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-IN" sz="3200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Output Screenshot</a:t>
            </a:r>
            <a:endParaRPr b="0" i="0" sz="3200" u="none" cap="none" strike="noStrike">
              <a:solidFill>
                <a:srgbClr val="00458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6" name="Google Shape;216;g3b03066190e_0_2"/>
          <p:cNvPicPr preferRelativeResize="0"/>
          <p:nvPr/>
        </p:nvPicPr>
        <p:blipFill rotWithShape="1">
          <a:blip r:embed="rId4">
            <a:alphaModFix/>
          </a:blip>
          <a:srcRect b="8558" l="0" r="23739" t="0"/>
          <a:stretch/>
        </p:blipFill>
        <p:spPr>
          <a:xfrm>
            <a:off x="1763100" y="1118300"/>
            <a:ext cx="7630950" cy="56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4C7E7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 txBox="1"/>
          <p:nvPr/>
        </p:nvSpPr>
        <p:spPr>
          <a:xfrm>
            <a:off x="1361316" y="3172127"/>
            <a:ext cx="9583775" cy="18378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58F"/>
              </a:buClr>
              <a:buSzPts val="4800"/>
              <a:buFont typeface="Arial"/>
              <a:buNone/>
            </a:pPr>
            <a:r>
              <a:rPr b="1" i="0" lang="en-IN" sz="4800" u="none" cap="none" strike="noStrike">
                <a:solidFill>
                  <a:srgbClr val="00458F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 b="1" i="0" sz="4800" u="none" cap="none" strike="noStrike">
              <a:solidFill>
                <a:srgbClr val="00458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2" name="Google Shape;22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35441" y="1355479"/>
            <a:ext cx="1921119" cy="1921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2024-06-25T12:19:04Z</dcterms:created>
  <dc:creator>AEKBALA</dc:creator>
</cp:coreProperties>
</file>